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  <p:sldId id="266" r:id="rId10"/>
  </p:sldIdLst>
  <p:sldSz cx="14630400" cy="8229600"/>
  <p:notesSz cx="8229600" cy="14630400"/>
  <p:embeddedFontLst>
    <p:embeddedFont>
      <p:font typeface="Arial Rounded MT Bold" panose="020F0704030504030204" pitchFamily="3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772D5F-F354-4943-9EEF-CDD5BD803B48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A2C7E3D-D48C-4122-82E7-6C4D2E91FB8D}">
      <dgm:prSet phldrT="[Text]"/>
      <dgm:spPr/>
      <dgm:t>
        <a:bodyPr/>
        <a:lstStyle/>
        <a:p>
          <a:r>
            <a:rPr lang="en-IN" dirty="0"/>
            <a:t>Docker run –t 3000:3000 docker-website</a:t>
          </a:r>
        </a:p>
      </dgm:t>
    </dgm:pt>
    <dgm:pt modelId="{237680B5-FEF2-4756-9E61-0729B858AE70}" type="parTrans" cxnId="{F21B6E42-0A77-410F-9621-1DBD3FFC970D}">
      <dgm:prSet/>
      <dgm:spPr/>
      <dgm:t>
        <a:bodyPr/>
        <a:lstStyle/>
        <a:p>
          <a:endParaRPr lang="en-IN"/>
        </a:p>
      </dgm:t>
    </dgm:pt>
    <dgm:pt modelId="{9B1F31E3-9A05-4E1D-B10E-2D055DA96EA9}" type="sibTrans" cxnId="{F21B6E42-0A77-410F-9621-1DBD3FFC970D}">
      <dgm:prSet/>
      <dgm:spPr/>
      <dgm:t>
        <a:bodyPr/>
        <a:lstStyle/>
        <a:p>
          <a:endParaRPr lang="en-IN"/>
        </a:p>
      </dgm:t>
    </dgm:pt>
    <dgm:pt modelId="{BD53D219-2110-4EFC-93D2-681FAF04C78C}">
      <dgm:prSet phldrT="[Text]"/>
      <dgm:spPr/>
      <dgm:t>
        <a:bodyPr/>
        <a:lstStyle/>
        <a:p>
          <a:r>
            <a:rPr lang="en-IN" dirty="0"/>
            <a:t>Docker push  dockerhubusername/docker-website</a:t>
          </a:r>
        </a:p>
      </dgm:t>
    </dgm:pt>
    <dgm:pt modelId="{15EAFA1D-C845-4D85-BE0B-F72BB4F69C5A}" type="parTrans" cxnId="{8C507C31-A9F8-46C8-9250-0B0FA0E40C23}">
      <dgm:prSet/>
      <dgm:spPr/>
      <dgm:t>
        <a:bodyPr/>
        <a:lstStyle/>
        <a:p>
          <a:endParaRPr lang="en-IN"/>
        </a:p>
      </dgm:t>
    </dgm:pt>
    <dgm:pt modelId="{6D1EED11-57B8-4703-8C78-3B86920D28CB}" type="sibTrans" cxnId="{8C507C31-A9F8-46C8-9250-0B0FA0E40C23}">
      <dgm:prSet/>
      <dgm:spPr/>
      <dgm:t>
        <a:bodyPr/>
        <a:lstStyle/>
        <a:p>
          <a:endParaRPr lang="en-IN"/>
        </a:p>
      </dgm:t>
    </dgm:pt>
    <dgm:pt modelId="{294B263C-120B-4305-931A-E8E748C08F30}">
      <dgm:prSet/>
      <dgm:spPr/>
      <dgm:t>
        <a:bodyPr/>
        <a:lstStyle/>
        <a:p>
          <a:r>
            <a:rPr lang="en-US" dirty="0"/>
            <a:t>docker build -t my-docker-website .</a:t>
          </a:r>
        </a:p>
      </dgm:t>
    </dgm:pt>
    <dgm:pt modelId="{4776DDB7-3DA0-4492-A596-F503385034F6}" type="parTrans" cxnId="{1B6C7C5C-90F1-4D7D-ABC7-EB95B6790ED8}">
      <dgm:prSet/>
      <dgm:spPr/>
      <dgm:t>
        <a:bodyPr/>
        <a:lstStyle/>
        <a:p>
          <a:endParaRPr lang="en-IN"/>
        </a:p>
      </dgm:t>
    </dgm:pt>
    <dgm:pt modelId="{95FFAFCF-AE44-47A7-B8AA-67207DA26CFD}" type="sibTrans" cxnId="{1B6C7C5C-90F1-4D7D-ABC7-EB95B6790ED8}">
      <dgm:prSet/>
      <dgm:spPr/>
      <dgm:t>
        <a:bodyPr/>
        <a:lstStyle/>
        <a:p>
          <a:endParaRPr lang="en-IN"/>
        </a:p>
      </dgm:t>
    </dgm:pt>
    <dgm:pt modelId="{FC55F7F5-5298-431D-AF16-18A3F4F9401E}">
      <dgm:prSet/>
      <dgm:spPr/>
      <dgm:t>
        <a:bodyPr/>
        <a:lstStyle/>
        <a:p>
          <a:r>
            <a:rPr lang="en-IN" dirty="0"/>
            <a:t>docker tag my-docker-website &lt;your-username&gt;/my-docker-website:v1</a:t>
          </a:r>
        </a:p>
      </dgm:t>
    </dgm:pt>
    <dgm:pt modelId="{D0C5DB65-0914-4222-9083-1ED6FD1A19BE}" type="parTrans" cxnId="{DAACD1F9-94A3-4D35-BFB8-42B3EB00BF48}">
      <dgm:prSet/>
      <dgm:spPr/>
      <dgm:t>
        <a:bodyPr/>
        <a:lstStyle/>
        <a:p>
          <a:endParaRPr lang="en-IN"/>
        </a:p>
      </dgm:t>
    </dgm:pt>
    <dgm:pt modelId="{56573505-2B0E-4C16-AE99-25298E73D447}" type="sibTrans" cxnId="{DAACD1F9-94A3-4D35-BFB8-42B3EB00BF48}">
      <dgm:prSet/>
      <dgm:spPr/>
      <dgm:t>
        <a:bodyPr/>
        <a:lstStyle/>
        <a:p>
          <a:endParaRPr lang="en-IN"/>
        </a:p>
      </dgm:t>
    </dgm:pt>
    <dgm:pt modelId="{749BCA76-51EF-4061-9034-93229F540A84}">
      <dgm:prSet/>
      <dgm:spPr/>
      <dgm:t>
        <a:bodyPr/>
        <a:lstStyle/>
        <a:p>
          <a:r>
            <a:rPr lang="en-US" dirty="0"/>
            <a:t>Docker login</a:t>
          </a:r>
        </a:p>
      </dgm:t>
    </dgm:pt>
    <dgm:pt modelId="{ED8DA0EF-3B33-469C-8466-D9E966B17895}" type="parTrans" cxnId="{C1441EB0-29FB-4B03-B3D8-F0D1CCDB24C6}">
      <dgm:prSet/>
      <dgm:spPr/>
      <dgm:t>
        <a:bodyPr/>
        <a:lstStyle/>
        <a:p>
          <a:endParaRPr lang="en-IN"/>
        </a:p>
      </dgm:t>
    </dgm:pt>
    <dgm:pt modelId="{B8756DD6-710D-4C45-B637-3D59E5BA41FF}" type="sibTrans" cxnId="{C1441EB0-29FB-4B03-B3D8-F0D1CCDB24C6}">
      <dgm:prSet/>
      <dgm:spPr/>
      <dgm:t>
        <a:bodyPr/>
        <a:lstStyle/>
        <a:p>
          <a:endParaRPr lang="en-IN"/>
        </a:p>
      </dgm:t>
    </dgm:pt>
    <dgm:pt modelId="{75DE6357-D814-44B0-8CC9-1031E3EB744D}" type="pres">
      <dgm:prSet presAssocID="{30772D5F-F354-4943-9EEF-CDD5BD803B48}" presName="compositeShape" presStyleCnt="0">
        <dgm:presLayoutVars>
          <dgm:dir/>
          <dgm:resizeHandles/>
        </dgm:presLayoutVars>
      </dgm:prSet>
      <dgm:spPr/>
    </dgm:pt>
    <dgm:pt modelId="{212EDC4E-F3FE-4EA7-AA4C-1551868AA87A}" type="pres">
      <dgm:prSet presAssocID="{30772D5F-F354-4943-9EEF-CDD5BD803B48}" presName="pyramid" presStyleLbl="node1" presStyleIdx="0" presStyleCnt="1" custLinFactNeighborX="-16588" custLinFactNeighborY="403"/>
      <dgm:spPr/>
    </dgm:pt>
    <dgm:pt modelId="{5D3B0A24-96AC-4515-B7A2-0E09D33FB8FE}" type="pres">
      <dgm:prSet presAssocID="{30772D5F-F354-4943-9EEF-CDD5BD803B48}" presName="theList" presStyleCnt="0"/>
      <dgm:spPr/>
    </dgm:pt>
    <dgm:pt modelId="{072F18C0-EF85-43A8-8769-8DF948F8610A}" type="pres">
      <dgm:prSet presAssocID="{294B263C-120B-4305-931A-E8E748C08F30}" presName="aNode" presStyleLbl="fgAcc1" presStyleIdx="0" presStyleCnt="5" custScaleX="97046" custScaleY="103853">
        <dgm:presLayoutVars>
          <dgm:bulletEnabled val="1"/>
        </dgm:presLayoutVars>
      </dgm:prSet>
      <dgm:spPr/>
    </dgm:pt>
    <dgm:pt modelId="{3FAF715E-0E4C-45A9-ABF4-BA7E1FBB1F2B}" type="pres">
      <dgm:prSet presAssocID="{294B263C-120B-4305-931A-E8E748C08F30}" presName="aSpace" presStyleCnt="0"/>
      <dgm:spPr/>
    </dgm:pt>
    <dgm:pt modelId="{B2FBEBC4-C7D3-407D-8124-F57AB761DAA8}" type="pres">
      <dgm:prSet presAssocID="{6A2C7E3D-D48C-4122-82E7-6C4D2E91FB8D}" presName="aNode" presStyleLbl="fgAcc1" presStyleIdx="1" presStyleCnt="5">
        <dgm:presLayoutVars>
          <dgm:bulletEnabled val="1"/>
        </dgm:presLayoutVars>
      </dgm:prSet>
      <dgm:spPr/>
    </dgm:pt>
    <dgm:pt modelId="{FB63D4C1-0CDF-4489-A4F6-303C4E182AEB}" type="pres">
      <dgm:prSet presAssocID="{6A2C7E3D-D48C-4122-82E7-6C4D2E91FB8D}" presName="aSpace" presStyleCnt="0"/>
      <dgm:spPr/>
    </dgm:pt>
    <dgm:pt modelId="{7A4FA37B-EF5C-4343-B2F8-02262E1FA494}" type="pres">
      <dgm:prSet presAssocID="{FC55F7F5-5298-431D-AF16-18A3F4F9401E}" presName="aNode" presStyleLbl="fgAcc1" presStyleIdx="2" presStyleCnt="5">
        <dgm:presLayoutVars>
          <dgm:bulletEnabled val="1"/>
        </dgm:presLayoutVars>
      </dgm:prSet>
      <dgm:spPr/>
    </dgm:pt>
    <dgm:pt modelId="{733BE2A1-B1E7-4124-B9E8-7B76374C84C4}" type="pres">
      <dgm:prSet presAssocID="{FC55F7F5-5298-431D-AF16-18A3F4F9401E}" presName="aSpace" presStyleCnt="0"/>
      <dgm:spPr/>
    </dgm:pt>
    <dgm:pt modelId="{027761C7-231A-4A26-A8E0-8F4D1C92EC17}" type="pres">
      <dgm:prSet presAssocID="{BD53D219-2110-4EFC-93D2-681FAF04C78C}" presName="aNode" presStyleLbl="fgAcc1" presStyleIdx="3" presStyleCnt="5">
        <dgm:presLayoutVars>
          <dgm:bulletEnabled val="1"/>
        </dgm:presLayoutVars>
      </dgm:prSet>
      <dgm:spPr/>
    </dgm:pt>
    <dgm:pt modelId="{F37E29C1-3EBF-48A6-9646-08B18C62A8FF}" type="pres">
      <dgm:prSet presAssocID="{BD53D219-2110-4EFC-93D2-681FAF04C78C}" presName="aSpace" presStyleCnt="0"/>
      <dgm:spPr/>
    </dgm:pt>
    <dgm:pt modelId="{DF89EAE4-F645-4A2A-891F-E382A4686D3F}" type="pres">
      <dgm:prSet presAssocID="{749BCA76-51EF-4061-9034-93229F540A84}" presName="aNode" presStyleLbl="fgAcc1" presStyleIdx="4" presStyleCnt="5" custScaleX="61987" custScaleY="44587" custLinFactY="-449575" custLinFactNeighborX="-1549" custLinFactNeighborY="-500000">
        <dgm:presLayoutVars>
          <dgm:bulletEnabled val="1"/>
        </dgm:presLayoutVars>
      </dgm:prSet>
      <dgm:spPr/>
    </dgm:pt>
    <dgm:pt modelId="{69FEA44B-6671-4CBC-973D-A6B5105C912D}" type="pres">
      <dgm:prSet presAssocID="{749BCA76-51EF-4061-9034-93229F540A84}" presName="aSpace" presStyleCnt="0"/>
      <dgm:spPr/>
    </dgm:pt>
  </dgm:ptLst>
  <dgm:cxnLst>
    <dgm:cxn modelId="{1CBDFD04-F7BA-412E-9704-24B8309C4387}" type="presOf" srcId="{6A2C7E3D-D48C-4122-82E7-6C4D2E91FB8D}" destId="{B2FBEBC4-C7D3-407D-8124-F57AB761DAA8}" srcOrd="0" destOrd="0" presId="urn:microsoft.com/office/officeart/2005/8/layout/pyramid2"/>
    <dgm:cxn modelId="{2A475D1D-471D-4448-8575-B8CC6A9CE2AB}" type="presOf" srcId="{BD53D219-2110-4EFC-93D2-681FAF04C78C}" destId="{027761C7-231A-4A26-A8E0-8F4D1C92EC17}" srcOrd="0" destOrd="0" presId="urn:microsoft.com/office/officeart/2005/8/layout/pyramid2"/>
    <dgm:cxn modelId="{A0F36D24-9CD6-4E84-86B5-3068589E895D}" type="presOf" srcId="{FC55F7F5-5298-431D-AF16-18A3F4F9401E}" destId="{7A4FA37B-EF5C-4343-B2F8-02262E1FA494}" srcOrd="0" destOrd="0" presId="urn:microsoft.com/office/officeart/2005/8/layout/pyramid2"/>
    <dgm:cxn modelId="{8C507C31-A9F8-46C8-9250-0B0FA0E40C23}" srcId="{30772D5F-F354-4943-9EEF-CDD5BD803B48}" destId="{BD53D219-2110-4EFC-93D2-681FAF04C78C}" srcOrd="3" destOrd="0" parTransId="{15EAFA1D-C845-4D85-BE0B-F72BB4F69C5A}" sibTransId="{6D1EED11-57B8-4703-8C78-3B86920D28CB}"/>
    <dgm:cxn modelId="{1B6C7C5C-90F1-4D7D-ABC7-EB95B6790ED8}" srcId="{30772D5F-F354-4943-9EEF-CDD5BD803B48}" destId="{294B263C-120B-4305-931A-E8E748C08F30}" srcOrd="0" destOrd="0" parTransId="{4776DDB7-3DA0-4492-A596-F503385034F6}" sibTransId="{95FFAFCF-AE44-47A7-B8AA-67207DA26CFD}"/>
    <dgm:cxn modelId="{F21B6E42-0A77-410F-9621-1DBD3FFC970D}" srcId="{30772D5F-F354-4943-9EEF-CDD5BD803B48}" destId="{6A2C7E3D-D48C-4122-82E7-6C4D2E91FB8D}" srcOrd="1" destOrd="0" parTransId="{237680B5-FEF2-4756-9E61-0729B858AE70}" sibTransId="{9B1F31E3-9A05-4E1D-B10E-2D055DA96EA9}"/>
    <dgm:cxn modelId="{C1441EB0-29FB-4B03-B3D8-F0D1CCDB24C6}" srcId="{30772D5F-F354-4943-9EEF-CDD5BD803B48}" destId="{749BCA76-51EF-4061-9034-93229F540A84}" srcOrd="4" destOrd="0" parTransId="{ED8DA0EF-3B33-469C-8466-D9E966B17895}" sibTransId="{B8756DD6-710D-4C45-B637-3D59E5BA41FF}"/>
    <dgm:cxn modelId="{B22546B1-7519-440F-9B29-371A0920813B}" type="presOf" srcId="{30772D5F-F354-4943-9EEF-CDD5BD803B48}" destId="{75DE6357-D814-44B0-8CC9-1031E3EB744D}" srcOrd="0" destOrd="0" presId="urn:microsoft.com/office/officeart/2005/8/layout/pyramid2"/>
    <dgm:cxn modelId="{47B3ECB1-C3F0-4080-B0D3-2E38C56E3C92}" type="presOf" srcId="{749BCA76-51EF-4061-9034-93229F540A84}" destId="{DF89EAE4-F645-4A2A-891F-E382A4686D3F}" srcOrd="0" destOrd="0" presId="urn:microsoft.com/office/officeart/2005/8/layout/pyramid2"/>
    <dgm:cxn modelId="{3F8041E4-1E7E-4C9B-A8D0-B0BC164CB1EB}" type="presOf" srcId="{294B263C-120B-4305-931A-E8E748C08F30}" destId="{072F18C0-EF85-43A8-8769-8DF948F8610A}" srcOrd="0" destOrd="0" presId="urn:microsoft.com/office/officeart/2005/8/layout/pyramid2"/>
    <dgm:cxn modelId="{DAACD1F9-94A3-4D35-BFB8-42B3EB00BF48}" srcId="{30772D5F-F354-4943-9EEF-CDD5BD803B48}" destId="{FC55F7F5-5298-431D-AF16-18A3F4F9401E}" srcOrd="2" destOrd="0" parTransId="{D0C5DB65-0914-4222-9083-1ED6FD1A19BE}" sibTransId="{56573505-2B0E-4C16-AE99-25298E73D447}"/>
    <dgm:cxn modelId="{E3AC16D5-38B4-466F-ABB1-2AA5395760C4}" type="presParOf" srcId="{75DE6357-D814-44B0-8CC9-1031E3EB744D}" destId="{212EDC4E-F3FE-4EA7-AA4C-1551868AA87A}" srcOrd="0" destOrd="0" presId="urn:microsoft.com/office/officeart/2005/8/layout/pyramid2"/>
    <dgm:cxn modelId="{5BC63B3B-4470-4DC4-A184-77E5F8DA5810}" type="presParOf" srcId="{75DE6357-D814-44B0-8CC9-1031E3EB744D}" destId="{5D3B0A24-96AC-4515-B7A2-0E09D33FB8FE}" srcOrd="1" destOrd="0" presId="urn:microsoft.com/office/officeart/2005/8/layout/pyramid2"/>
    <dgm:cxn modelId="{6EF354F6-B8D9-47E8-A245-436BBC2D8332}" type="presParOf" srcId="{5D3B0A24-96AC-4515-B7A2-0E09D33FB8FE}" destId="{072F18C0-EF85-43A8-8769-8DF948F8610A}" srcOrd="0" destOrd="0" presId="urn:microsoft.com/office/officeart/2005/8/layout/pyramid2"/>
    <dgm:cxn modelId="{C65BB13B-D005-4CE0-96E5-A310278E7D0B}" type="presParOf" srcId="{5D3B0A24-96AC-4515-B7A2-0E09D33FB8FE}" destId="{3FAF715E-0E4C-45A9-ABF4-BA7E1FBB1F2B}" srcOrd="1" destOrd="0" presId="urn:microsoft.com/office/officeart/2005/8/layout/pyramid2"/>
    <dgm:cxn modelId="{1D4896F8-D585-47AD-949E-8E7616014FF8}" type="presParOf" srcId="{5D3B0A24-96AC-4515-B7A2-0E09D33FB8FE}" destId="{B2FBEBC4-C7D3-407D-8124-F57AB761DAA8}" srcOrd="2" destOrd="0" presId="urn:microsoft.com/office/officeart/2005/8/layout/pyramid2"/>
    <dgm:cxn modelId="{1A0688BB-68DD-44D6-9993-91A9AECCD01F}" type="presParOf" srcId="{5D3B0A24-96AC-4515-B7A2-0E09D33FB8FE}" destId="{FB63D4C1-0CDF-4489-A4F6-303C4E182AEB}" srcOrd="3" destOrd="0" presId="urn:microsoft.com/office/officeart/2005/8/layout/pyramid2"/>
    <dgm:cxn modelId="{4CB4B99F-C927-48BE-ADDB-328A7F615552}" type="presParOf" srcId="{5D3B0A24-96AC-4515-B7A2-0E09D33FB8FE}" destId="{7A4FA37B-EF5C-4343-B2F8-02262E1FA494}" srcOrd="4" destOrd="0" presId="urn:microsoft.com/office/officeart/2005/8/layout/pyramid2"/>
    <dgm:cxn modelId="{D5F03297-F030-4018-B0E8-A1BCF7BE145C}" type="presParOf" srcId="{5D3B0A24-96AC-4515-B7A2-0E09D33FB8FE}" destId="{733BE2A1-B1E7-4124-B9E8-7B76374C84C4}" srcOrd="5" destOrd="0" presId="urn:microsoft.com/office/officeart/2005/8/layout/pyramid2"/>
    <dgm:cxn modelId="{944A7FA7-240C-47CA-9895-36574CAD32A6}" type="presParOf" srcId="{5D3B0A24-96AC-4515-B7A2-0E09D33FB8FE}" destId="{027761C7-231A-4A26-A8E0-8F4D1C92EC17}" srcOrd="6" destOrd="0" presId="urn:microsoft.com/office/officeart/2005/8/layout/pyramid2"/>
    <dgm:cxn modelId="{26A37F77-F4EF-4624-8842-0B5A41672BD9}" type="presParOf" srcId="{5D3B0A24-96AC-4515-B7A2-0E09D33FB8FE}" destId="{F37E29C1-3EBF-48A6-9646-08B18C62A8FF}" srcOrd="7" destOrd="0" presId="urn:microsoft.com/office/officeart/2005/8/layout/pyramid2"/>
    <dgm:cxn modelId="{03C8B615-A51C-4D1B-8247-BE0A795C8EDA}" type="presParOf" srcId="{5D3B0A24-96AC-4515-B7A2-0E09D33FB8FE}" destId="{DF89EAE4-F645-4A2A-891F-E382A4686D3F}" srcOrd="8" destOrd="0" presId="urn:microsoft.com/office/officeart/2005/8/layout/pyramid2"/>
    <dgm:cxn modelId="{5D867FBB-CFDD-4BF7-8B00-E9AE003EE69B}" type="presParOf" srcId="{5D3B0A24-96AC-4515-B7A2-0E09D33FB8FE}" destId="{69FEA44B-6671-4CBC-973D-A6B5105C912D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AE592F-0A96-4268-95D2-3B2C0A6E754D}" type="doc">
      <dgm:prSet loTypeId="urn:microsoft.com/office/officeart/2005/8/layout/arrow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FED359-2E85-4F72-A1B5-1610347CED59}" type="pres">
      <dgm:prSet presAssocID="{F1AE592F-0A96-4268-95D2-3B2C0A6E754D}" presName="cycle" presStyleCnt="0">
        <dgm:presLayoutVars>
          <dgm:dir/>
          <dgm:resizeHandles val="exact"/>
        </dgm:presLayoutVars>
      </dgm:prSet>
      <dgm:spPr/>
    </dgm:pt>
  </dgm:ptLst>
  <dgm:cxnLst>
    <dgm:cxn modelId="{3F44C92D-D81D-46A1-A538-4E332E4359FA}" type="presOf" srcId="{F1AE592F-0A96-4268-95D2-3B2C0A6E754D}" destId="{F8FED359-2E85-4F72-A1B5-1610347CED59}" srcOrd="0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EDC4E-F3FE-4EA7-AA4C-1551868AA87A}">
      <dsp:nvSpPr>
        <dsp:cNvPr id="0" name=""/>
        <dsp:cNvSpPr/>
      </dsp:nvSpPr>
      <dsp:spPr>
        <a:xfrm>
          <a:off x="0" y="0"/>
          <a:ext cx="6701742" cy="6701742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F18C0-EF85-43A8-8769-8DF948F8610A}">
      <dsp:nvSpPr>
        <dsp:cNvPr id="0" name=""/>
        <dsp:cNvSpPr/>
      </dsp:nvSpPr>
      <dsp:spPr>
        <a:xfrm>
          <a:off x="3710479" y="672380"/>
          <a:ext cx="4227452" cy="10888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docker build -t my-docker-website .</a:t>
          </a:r>
        </a:p>
      </dsp:txBody>
      <dsp:txXfrm>
        <a:off x="3763632" y="725533"/>
        <a:ext cx="4121146" cy="982547"/>
      </dsp:txXfrm>
    </dsp:sp>
    <dsp:sp modelId="{B2FBEBC4-C7D3-407D-8124-F57AB761DAA8}">
      <dsp:nvSpPr>
        <dsp:cNvPr id="0" name=""/>
        <dsp:cNvSpPr/>
      </dsp:nvSpPr>
      <dsp:spPr>
        <a:xfrm>
          <a:off x="3646139" y="1892290"/>
          <a:ext cx="4356132" cy="104845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Docker run –t 3000:3000 docker-website</a:t>
          </a:r>
        </a:p>
      </dsp:txBody>
      <dsp:txXfrm>
        <a:off x="3697320" y="1943471"/>
        <a:ext cx="4253770" cy="946094"/>
      </dsp:txXfrm>
    </dsp:sp>
    <dsp:sp modelId="{7A4FA37B-EF5C-4343-B2F8-02262E1FA494}">
      <dsp:nvSpPr>
        <dsp:cNvPr id="0" name=""/>
        <dsp:cNvSpPr/>
      </dsp:nvSpPr>
      <dsp:spPr>
        <a:xfrm>
          <a:off x="3646139" y="3071803"/>
          <a:ext cx="4356132" cy="104845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docker tag my-docker-website &lt;your-username&gt;/my-docker-website:v1</a:t>
          </a:r>
        </a:p>
      </dsp:txBody>
      <dsp:txXfrm>
        <a:off x="3697320" y="3122984"/>
        <a:ext cx="4253770" cy="946094"/>
      </dsp:txXfrm>
    </dsp:sp>
    <dsp:sp modelId="{027761C7-231A-4A26-A8E0-8F4D1C92EC17}">
      <dsp:nvSpPr>
        <dsp:cNvPr id="0" name=""/>
        <dsp:cNvSpPr/>
      </dsp:nvSpPr>
      <dsp:spPr>
        <a:xfrm>
          <a:off x="3646139" y="4251316"/>
          <a:ext cx="4356132" cy="104845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Docker push  dockerhubusername/docker-website</a:t>
          </a:r>
        </a:p>
      </dsp:txBody>
      <dsp:txXfrm>
        <a:off x="3697320" y="4302497"/>
        <a:ext cx="4253770" cy="946094"/>
      </dsp:txXfrm>
    </dsp:sp>
    <dsp:sp modelId="{DF89EAE4-F645-4A2A-891F-E382A4686D3F}">
      <dsp:nvSpPr>
        <dsp:cNvPr id="0" name=""/>
        <dsp:cNvSpPr/>
      </dsp:nvSpPr>
      <dsp:spPr>
        <a:xfrm>
          <a:off x="4406611" y="61948"/>
          <a:ext cx="2700235" cy="46747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Docker login</a:t>
          </a:r>
        </a:p>
      </dsp:txBody>
      <dsp:txXfrm>
        <a:off x="4429431" y="84768"/>
        <a:ext cx="2654595" cy="421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24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Fashion Hub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CRUD Web Application Deployed using Docker</a:t>
            </a:r>
            <a:endParaRPr lang="en-US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70D37-E834-4403-A153-1DD265EC5CD4}"/>
              </a:ext>
            </a:extLst>
          </p:cNvPr>
          <p:cNvSpPr txBox="1"/>
          <p:nvPr/>
        </p:nvSpPr>
        <p:spPr>
          <a:xfrm>
            <a:off x="6477000" y="596900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 :- Mahak Nigam</a:t>
            </a:r>
          </a:p>
          <a:p>
            <a:r>
              <a:rPr lang="en-IN" dirty="0"/>
              <a:t>Cloud Computing (PBEL Program)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1087636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ts val="4450"/>
              </a:lnSpc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Stack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018461" y="1943576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18461" y="2339221"/>
            <a:ext cx="6074093" cy="236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Arial Rounded MT Bold" panose="020F0704030504030204" pitchFamily="34" charset="0"/>
                <a:ea typeface="Source Serif 4" pitchFamily="34" charset="-122"/>
                <a:cs typeface="Source Serif 4" pitchFamily="34" charset="-120"/>
              </a:rPr>
              <a:t>HTML: Markup language for structure</a:t>
            </a: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Arial Rounded MT Bold" panose="020F0704030504030204" pitchFamily="34" charset="0"/>
                <a:ea typeface="Source Serif 4" pitchFamily="34" charset="-122"/>
                <a:cs typeface="Source Serif 4" pitchFamily="34" charset="-120"/>
              </a:rPr>
              <a:t>CSS: Styling and responsive design</a:t>
            </a: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Arial Rounded MT Bold" panose="020F0704030504030204" pitchFamily="34" charset="0"/>
                <a:ea typeface="Source Serif 4" pitchFamily="34" charset="-122"/>
                <a:cs typeface="Source Serif 4" pitchFamily="34" charset="-120"/>
              </a:rPr>
              <a:t>JavaScript: Client-side interactivity and logic</a:t>
            </a: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Arial Rounded MT Bold" panose="020F0704030504030204" pitchFamily="34" charset="0"/>
                <a:ea typeface="Source Serif 4" pitchFamily="34" charset="-122"/>
                <a:cs typeface="Source Serif 4" pitchFamily="34" charset="-120"/>
              </a:rPr>
              <a:t>Supabase: Open-source Firebase alternative with PostgreSQL backend</a:t>
            </a: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Arial Rounded MT Bold" panose="020F0704030504030204" pitchFamily="34" charset="0"/>
                <a:ea typeface="Source Serif 4" pitchFamily="34" charset="-122"/>
                <a:cs typeface="Source Serif 4" pitchFamily="34" charset="-120"/>
              </a:rPr>
              <a:t>Local host server</a:t>
            </a: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Arial Rounded MT Bold" panose="020F0704030504030204" pitchFamily="34" charset="0"/>
                <a:ea typeface="Source Serif 4" pitchFamily="34" charset="-122"/>
                <a:cs typeface="Source Serif 4" pitchFamily="34" charset="-120"/>
              </a:rPr>
              <a:t>Docker: Containerization platform for packaging and deploying applications</a:t>
            </a: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9978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Containerize:- </a:t>
            </a:r>
            <a:r>
              <a:rPr lang="en-IN" sz="3600" dirty="0"/>
              <a:t>Running instance of image</a:t>
            </a:r>
          </a:p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257389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573893"/>
            <a:ext cx="35256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Docker?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064312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dirty="0"/>
              <a:t>Docker is a </a:t>
            </a:r>
            <a:r>
              <a:rPr lang="en-US" sz="1800" b="1" dirty="0"/>
              <a:t>tool</a:t>
            </a:r>
            <a:r>
              <a:rPr lang="en-US" sz="1800" dirty="0"/>
              <a:t> used to run applications in isolated environments called </a:t>
            </a:r>
            <a:r>
              <a:rPr lang="en-US" sz="1800" b="1" dirty="0"/>
              <a:t>containers</a:t>
            </a:r>
            <a:r>
              <a:rPr lang="en-US" sz="1800" dirty="0"/>
              <a:t>.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24374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4243745"/>
            <a:ext cx="34716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Image?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4734163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/>
              <a:t>Imagine a container as a </a:t>
            </a:r>
            <a:r>
              <a:rPr lang="en-US" sz="1800" b="1" dirty="0"/>
              <a:t>small box</a:t>
            </a:r>
            <a:r>
              <a:rPr lang="en-US" sz="1800" dirty="0"/>
              <a:t> that contains everything needed for a software to run: Code, Libraries, Dependencies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591359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913596"/>
            <a:ext cx="35934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Docker Hub?</a:t>
            </a:r>
          </a:p>
        </p:txBody>
      </p:sp>
      <p:sp>
        <p:nvSpPr>
          <p:cNvPr id="12" name="Text 6"/>
          <p:cNvSpPr/>
          <p:nvPr/>
        </p:nvSpPr>
        <p:spPr>
          <a:xfrm>
            <a:off x="7130653" y="6404015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600" dirty="0"/>
              <a:t> Online store to download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077"/>
            <a:ext cx="9101138" cy="559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1 — Build &amp; Dockerize the CRUD App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" y="1753314"/>
            <a:ext cx="4217789" cy="5623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4147" y="3169801"/>
            <a:ext cx="3111818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Essential Docker steps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4147" y="3739991"/>
            <a:ext cx="8300799" cy="2363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Choose a minimal base image (e.g., golang:1.20-alpine or scratch for compiled binaries).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Copy source, run build, set a non-root user, and EXPOSE the service port.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locally and in CI: docker build -t myapp:v1 . then docker run -p 8080:8080 myapp:v1.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Include a health endpoint ( /health ) and readiness probe for orchestration.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358092" y="1453158"/>
            <a:ext cx="14860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CB0A1-91CB-44B4-9958-802F2F328419}"/>
              </a:ext>
            </a:extLst>
          </p:cNvPr>
          <p:cNvSpPr txBox="1"/>
          <p:nvPr/>
        </p:nvSpPr>
        <p:spPr>
          <a:xfrm>
            <a:off x="3570051" y="428016"/>
            <a:ext cx="749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Web Application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02AC3C-E32A-4E2D-8FD9-2B1011255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7730"/>
            <a:ext cx="12293600" cy="6454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70" y="1418907"/>
            <a:ext cx="6244709" cy="46712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1418907"/>
            <a:ext cx="6244709" cy="46712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99521" y="5654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70" y="1415257"/>
            <a:ext cx="6210657" cy="43103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1415257"/>
            <a:ext cx="6244709" cy="43103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7599521" y="57255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36B86-7B05-4ED4-B9CD-F63F404312E2}"/>
              </a:ext>
            </a:extLst>
          </p:cNvPr>
          <p:cNvSpPr txBox="1"/>
          <p:nvPr/>
        </p:nvSpPr>
        <p:spPr>
          <a:xfrm>
            <a:off x="8505884" y="584200"/>
            <a:ext cx="54641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Fashion Hub Credentials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Image ID -28bcf21c2b3a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Container ID :- 2605023caca7e7d28a14419b8d480206670c0ba0330d3db29dc573603d62c773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GitHub link :- https://github.com/MAHAKnigam/Fashion-hub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F158976-45B3-4F0F-8B0C-CEFC3C8A29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93754"/>
              </p:ext>
            </p:extLst>
          </p:nvPr>
        </p:nvGraphicFramePr>
        <p:xfrm>
          <a:off x="208344" y="1527858"/>
          <a:ext cx="8297540" cy="6701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C177E9-C40B-45D8-BCA8-706F71BD2B1E}"/>
              </a:ext>
            </a:extLst>
          </p:cNvPr>
          <p:cNvSpPr txBox="1"/>
          <p:nvPr/>
        </p:nvSpPr>
        <p:spPr>
          <a:xfrm>
            <a:off x="1470085" y="6164699"/>
            <a:ext cx="215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Build Docker Image</a:t>
            </a:r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B31C085-BF06-47CF-8875-A3B42F283F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478149"/>
              </p:ext>
            </p:extLst>
          </p:nvPr>
        </p:nvGraphicFramePr>
        <p:xfrm>
          <a:off x="8403220" y="863600"/>
          <a:ext cx="3788780" cy="650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290286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You!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722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401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82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76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Graphic 7" descr="Internet with solid fill">
            <a:extLst>
              <a:ext uri="{FF2B5EF4-FFF2-40B4-BE49-F238E27FC236}">
                <a16:creationId xmlns:a16="http://schemas.microsoft.com/office/drawing/2014/main" id="{10036ECC-8E96-4BD2-BB8D-5B6D12252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365760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275</Words>
  <Application>Microsoft Office PowerPoint</Application>
  <PresentationFormat>Custom</PresentationFormat>
  <Paragraphs>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Platypi Medium</vt:lpstr>
      <vt:lpstr>Arial</vt:lpstr>
      <vt:lpstr>Calibri</vt:lpstr>
      <vt:lpstr>Wingdings</vt:lpstr>
      <vt:lpstr>Source Serif 4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mahak nigam</cp:lastModifiedBy>
  <cp:revision>14</cp:revision>
  <dcterms:created xsi:type="dcterms:W3CDTF">2026-02-25T17:04:19Z</dcterms:created>
  <dcterms:modified xsi:type="dcterms:W3CDTF">2026-02-26T14:38:51Z</dcterms:modified>
</cp:coreProperties>
</file>